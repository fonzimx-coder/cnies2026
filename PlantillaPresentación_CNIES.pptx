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4"/>
  </p:sldMasterIdLst>
  <p:notesMasterIdLst>
    <p:notesMasterId r:id="rId9"/>
  </p:notesMasterIdLst>
  <p:handoutMasterIdLst>
    <p:handoutMasterId r:id="rId10"/>
  </p:handoutMasterIdLst>
  <p:sldIdLst>
    <p:sldId id="405" r:id="rId5"/>
    <p:sldId id="395" r:id="rId6"/>
    <p:sldId id="418" r:id="rId7"/>
    <p:sldId id="441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jandro Trejo Leon" initials="ATL" lastIdx="2" clrIdx="0">
    <p:extLst>
      <p:ext uri="{19B8F6BF-5375-455C-9EA6-DF929625EA0E}">
        <p15:presenceInfo xmlns:p15="http://schemas.microsoft.com/office/powerpoint/2012/main" userId="Alejandro Trejo Le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861"/>
    <a:srgbClr val="0F4C81"/>
    <a:srgbClr val="CC0066"/>
    <a:srgbClr val="6C1D45"/>
    <a:srgbClr val="73C2FB"/>
    <a:srgbClr val="864C24"/>
    <a:srgbClr val="00FEF2"/>
    <a:srgbClr val="264E36"/>
    <a:srgbClr val="800000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15" autoAdjust="0"/>
    <p:restoredTop sz="96875" autoAdjust="0"/>
  </p:normalViewPr>
  <p:slideViewPr>
    <p:cSldViewPr snapToGrid="0">
      <p:cViewPr varScale="1">
        <p:scale>
          <a:sx n="124" d="100"/>
          <a:sy n="124" d="100"/>
        </p:scale>
        <p:origin x="102" y="216"/>
      </p:cViewPr>
      <p:guideLst/>
    </p:cSldViewPr>
  </p:slideViewPr>
  <p:outlineViewPr>
    <p:cViewPr>
      <p:scale>
        <a:sx n="33" d="100"/>
        <a:sy n="33" d="100"/>
      </p:scale>
      <p:origin x="0" y="-67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848"/>
    </p:cViewPr>
  </p:sorterViewPr>
  <p:notesViewPr>
    <p:cSldViewPr snapToGrid="0">
      <p:cViewPr varScale="1">
        <p:scale>
          <a:sx n="52" d="100"/>
          <a:sy n="52" d="100"/>
        </p:scale>
        <p:origin x="294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EDD0236-0CA7-43E1-9DBD-7895D27F3F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E9B3005-030B-4C1D-8CBB-A98342A9D5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CEE74-3089-4C82-82D8-B9216D84CCFB}" type="datetimeFigureOut">
              <a:rPr lang="es-US" smtClean="0"/>
              <a:t>10/15/2026</a:t>
            </a:fld>
            <a:endParaRPr lang="es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80845A8-5721-4CA3-A4C0-777EFAC67E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421B1C-1CCD-4212-BC9A-0C636B22CD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FB1B0-6B0F-4FFF-94EA-8AEAE73A6E0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632793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7F06A-C63D-48DE-818B-D20E4FCE7779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C97EE-57E3-44A5-89E3-BC6841F844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7081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C97EE-57E3-44A5-89E3-BC6841F84425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419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C97EE-57E3-44A5-89E3-BC6841F84425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1356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C97EE-57E3-44A5-89E3-BC6841F84425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7356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C97EE-57E3-44A5-89E3-BC6841F84425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0220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2E4F-8266-456F-8BF2-5CE62295A019}" type="datetime1">
              <a:rPr lang="es-MX" smtClean="0"/>
              <a:t>15/10/2026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A5A7-595A-4E8A-A283-8187B910BE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945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350C-046A-4544-9611-D13C66DC5686}" type="datetime1">
              <a:rPr lang="es-MX" smtClean="0"/>
              <a:t>15/10/2026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A5A7-595A-4E8A-A283-8187B910BE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1595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E7C8-AAE3-40F8-9C83-BF7DEA3A0A56}" type="datetime1">
              <a:rPr lang="es-MX" smtClean="0"/>
              <a:t>15/10/2026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A5A7-595A-4E8A-A283-8187B910BE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832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9B40-5EE6-46C5-8479-85CFD7112022}" type="datetime1">
              <a:rPr lang="es-MX" smtClean="0"/>
              <a:t>15/10/2026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A5A7-595A-4E8A-A283-8187B910BE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8818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C7A2-1BA3-4F1A-B9DA-8E7956A1891B}" type="datetime1">
              <a:rPr lang="es-MX" smtClean="0"/>
              <a:t>15/10/2026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A5A7-595A-4E8A-A283-8187B910BE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4958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AE32-A848-43D7-839A-46ED1EE03635}" type="datetime1">
              <a:rPr lang="es-MX" smtClean="0"/>
              <a:t>15/10/2026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A5A7-595A-4E8A-A283-8187B910BE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0989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8432-8CAA-4662-9348-8F63D299803C}" type="datetime1">
              <a:rPr lang="es-MX" smtClean="0"/>
              <a:t>15/10/2026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A5A7-595A-4E8A-A283-8187B910BE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8768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C429-A512-47DA-A1DE-CAC2EAE62DE4}" type="datetime1">
              <a:rPr lang="es-MX" smtClean="0"/>
              <a:t>15/10/2026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A5A7-595A-4E8A-A283-8187B910BE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5403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E0785-BFB3-47A2-9A3A-142EF88960B4}" type="datetime1">
              <a:rPr lang="es-MX" smtClean="0"/>
              <a:t>15/10/2026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A5A7-595A-4E8A-A283-8187B910BE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260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6DBD-BC72-4FF6-9584-C34BB1D4D79F}" type="datetime1">
              <a:rPr lang="es-MX" smtClean="0"/>
              <a:t>15/10/2026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A5A7-595A-4E8A-A283-8187B910BE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6715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00ED-B1FE-445F-9E27-5EEF30DCC857}" type="datetime1">
              <a:rPr lang="es-MX" smtClean="0"/>
              <a:t>15/10/2026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A5A7-595A-4E8A-A283-8187B910BE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9909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F5D28-ECC2-426A-9D40-8D2EA587A852}" type="datetime1">
              <a:rPr lang="es-MX" smtClean="0"/>
              <a:t>15/10/2026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9A5A7-595A-4E8A-A283-8187B910BE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8472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9B861"/>
          </a:solidFill>
          <a:ln>
            <a:solidFill>
              <a:srgbClr val="19B8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1">
              <a:ln>
                <a:solidFill>
                  <a:srgbClr val="6C1D45"/>
                </a:solidFill>
              </a:ln>
              <a:latin typeface="Arial Nova Cond" panose="020B0506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F1FEB20-DAC6-4E35-8CCF-AE3BF468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3200" y="6498000"/>
            <a:ext cx="360000" cy="360000"/>
          </a:xfrm>
        </p:spPr>
        <p:txBody>
          <a:bodyPr/>
          <a:lstStyle/>
          <a:p>
            <a:fld id="{69D9A5A7-595A-4E8A-A283-8187B910BECD}" type="slidenum">
              <a:rPr lang="es-MX" b="1" smtClean="0">
                <a:solidFill>
                  <a:schemeClr val="bg1"/>
                </a:solidFill>
                <a:latin typeface="Arial Nova Cond" panose="020B0506020202020204" pitchFamily="34" charset="0"/>
              </a:rPr>
              <a:t>1</a:t>
            </a:fld>
            <a:endParaRPr lang="es-MX" b="1" dirty="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BBEA131-0813-A7E0-3DB5-AD5056C019AE}"/>
              </a:ext>
            </a:extLst>
          </p:cNvPr>
          <p:cNvSpPr txBox="1"/>
          <p:nvPr/>
        </p:nvSpPr>
        <p:spPr>
          <a:xfrm>
            <a:off x="859958" y="2047446"/>
            <a:ext cx="10440000" cy="3085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7"/>
              </a:spcAft>
            </a:pPr>
            <a:r>
              <a:rPr lang="es-MX" sz="4800" dirty="0" smtClean="0">
                <a:latin typeface="Century Gothic" panose="020B0502020202020204" pitchFamily="34" charset="0"/>
                <a:cs typeface="Arial" panose="020B0604020202020204" pitchFamily="34" charset="0"/>
              </a:rPr>
              <a:t>Título de Artículo</a:t>
            </a:r>
          </a:p>
          <a:p>
            <a:pPr algn="ctr">
              <a:spcAft>
                <a:spcPts val="127"/>
              </a:spcAft>
            </a:pPr>
            <a:r>
              <a:rPr lang="es-MX" sz="4800" dirty="0" smtClean="0">
                <a:latin typeface="Century Gothic" panose="020B0502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Autores</a:t>
            </a:r>
          </a:p>
          <a:p>
            <a:pPr algn="ctr">
              <a:spcAft>
                <a:spcPts val="127"/>
              </a:spcAft>
            </a:pPr>
            <a:r>
              <a:rPr lang="es-MX" sz="4800" dirty="0" smtClean="0">
                <a:latin typeface="Century Gothic" panose="020B0502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Afiliación</a:t>
            </a:r>
          </a:p>
          <a:p>
            <a:pPr algn="ctr">
              <a:spcAft>
                <a:spcPts val="127"/>
              </a:spcAft>
            </a:pPr>
            <a:r>
              <a:rPr lang="es-MX" sz="4800" dirty="0" smtClean="0">
                <a:latin typeface="Century Gothic" panose="020B0502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…</a:t>
            </a:r>
            <a:endParaRPr lang="es-MX" sz="4800" dirty="0">
              <a:latin typeface="Century Gothic" panose="020B0502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4B86219C-01A9-4F0B-9C36-50A0AC50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107999"/>
            <a:ext cx="10033200" cy="1735685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>
                <a:solidFill>
                  <a:srgbClr val="19B861"/>
                </a:solidFill>
                <a:latin typeface="Arial Black" panose="020B0A04020102020204" pitchFamily="34" charset="0"/>
              </a:rPr>
              <a:t>XXIV CONGRESO NACIONAL DE INGENIERÍA ELECTROMECÁNICA Y DE SISTEMAS</a:t>
            </a:r>
            <a:endParaRPr lang="es-MX" dirty="0">
              <a:solidFill>
                <a:srgbClr val="19B861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200" y="108000"/>
            <a:ext cx="900000" cy="80136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5E29A18-6611-4F01-A797-5C2D5B1303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08000"/>
            <a:ext cx="648000" cy="959999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4B86219C-01A9-4F0B-9C36-50A0AC50A1CD}"/>
              </a:ext>
            </a:extLst>
          </p:cNvPr>
          <p:cNvSpPr txBox="1">
            <a:spLocks/>
          </p:cNvSpPr>
          <p:nvPr/>
        </p:nvSpPr>
        <p:spPr>
          <a:xfrm>
            <a:off x="232638" y="6498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200" b="1" dirty="0" smtClean="0">
                <a:solidFill>
                  <a:schemeClr val="bg1"/>
                </a:solidFill>
                <a:latin typeface="Arial Nova Cond" panose="020B0506020202020204" pitchFamily="34" charset="0"/>
              </a:rPr>
              <a:t>ID artículo</a:t>
            </a:r>
            <a:endParaRPr lang="es-MX" sz="1200" b="1" dirty="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11" name="Imagen 10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958" y="5214238"/>
            <a:ext cx="3420000" cy="108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295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19B861"/>
          </a:solidFill>
          <a:ln>
            <a:solidFill>
              <a:srgbClr val="19B8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1">
              <a:ln>
                <a:solidFill>
                  <a:srgbClr val="6C1D45"/>
                </a:solidFill>
              </a:ln>
              <a:latin typeface="Arial Nova Cond" panose="020B0506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F1FEB20-DAC6-4E35-8CCF-AE3BF468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3200" y="6498000"/>
            <a:ext cx="360000" cy="360000"/>
          </a:xfrm>
        </p:spPr>
        <p:txBody>
          <a:bodyPr/>
          <a:lstStyle/>
          <a:p>
            <a:fld id="{69D9A5A7-595A-4E8A-A283-8187B910BECD}" type="slidenum">
              <a:rPr lang="es-MX" b="1" smtClean="0">
                <a:solidFill>
                  <a:schemeClr val="bg1"/>
                </a:solidFill>
                <a:latin typeface="Arial Nova Cond" panose="020B0506020202020204" pitchFamily="34" charset="0"/>
              </a:rPr>
              <a:t>2</a:t>
            </a:fld>
            <a:endParaRPr lang="es-MX" b="1" dirty="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BBEA131-0813-A7E0-3DB5-AD5056C019AE}"/>
              </a:ext>
            </a:extLst>
          </p:cNvPr>
          <p:cNvSpPr txBox="1"/>
          <p:nvPr/>
        </p:nvSpPr>
        <p:spPr>
          <a:xfrm>
            <a:off x="540000" y="1260000"/>
            <a:ext cx="11113200" cy="159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spcAft>
                <a:spcPts val="127"/>
              </a:spcAft>
              <a:buFont typeface="+mj-lt"/>
              <a:buAutoNum type="arabicPeriod"/>
            </a:pPr>
            <a:r>
              <a:rPr lang="es-MX" sz="3200" b="1" dirty="0" smtClean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Tema actual </a:t>
            </a:r>
            <a:endParaRPr lang="es-MX" sz="3200" b="1" dirty="0"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742950" indent="-742950" algn="just">
              <a:spcAft>
                <a:spcPts val="127"/>
              </a:spcAft>
              <a:buFont typeface="+mj-lt"/>
              <a:buAutoNum type="arabicPeriod"/>
            </a:pPr>
            <a:r>
              <a:rPr lang="es-MX" sz="3200" b="1" dirty="0" smtClean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Temas</a:t>
            </a:r>
            <a:endParaRPr lang="es-MX" sz="3200" b="1" dirty="0"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742950" indent="-742950" algn="just">
              <a:spcAft>
                <a:spcPts val="127"/>
              </a:spcAft>
              <a:buFont typeface="+mj-lt"/>
              <a:buAutoNum type="arabicPeriod"/>
            </a:pPr>
            <a:r>
              <a:rPr lang="es-MX" sz="3200" b="1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Referencias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4B86219C-01A9-4F0B-9C36-50A0AC50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108000"/>
            <a:ext cx="10033200" cy="900000"/>
          </a:xfrm>
          <a:ln>
            <a:noFill/>
          </a:ln>
        </p:spPr>
        <p:txBody>
          <a:bodyPr/>
          <a:lstStyle/>
          <a:p>
            <a:pPr algn="ctr"/>
            <a:r>
              <a:rPr lang="es-MX" dirty="0">
                <a:solidFill>
                  <a:srgbClr val="19B861"/>
                </a:solidFill>
                <a:latin typeface="Arial Black" panose="020B0A04020102020204" pitchFamily="34" charset="0"/>
              </a:rPr>
              <a:t>Contenido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200" y="108000"/>
            <a:ext cx="900000" cy="80136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5E29A18-6611-4F01-A797-5C2D5B1303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08000"/>
            <a:ext cx="648000" cy="959999"/>
          </a:xfrm>
          <a:prstGeom prst="rect">
            <a:avLst/>
          </a:prstGeom>
        </p:spPr>
      </p:pic>
      <p:pic>
        <p:nvPicPr>
          <p:cNvPr id="13" name="Imagen 12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232" y="5567594"/>
            <a:ext cx="1105535" cy="41211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itle 2">
            <a:extLst>
              <a:ext uri="{FF2B5EF4-FFF2-40B4-BE49-F238E27FC236}">
                <a16:creationId xmlns:a16="http://schemas.microsoft.com/office/drawing/2014/main" id="{4B86219C-01A9-4F0B-9C36-50A0AC50A1CD}"/>
              </a:ext>
            </a:extLst>
          </p:cNvPr>
          <p:cNvSpPr txBox="1">
            <a:spLocks/>
          </p:cNvSpPr>
          <p:nvPr/>
        </p:nvSpPr>
        <p:spPr>
          <a:xfrm>
            <a:off x="232638" y="6498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200" b="1" dirty="0" smtClean="0">
                <a:solidFill>
                  <a:schemeClr val="bg1"/>
                </a:solidFill>
                <a:latin typeface="Arial Nova Cond" panose="020B0506020202020204" pitchFamily="34" charset="0"/>
              </a:rPr>
              <a:t>ID artículo</a:t>
            </a:r>
            <a:endParaRPr lang="es-MX" sz="1200" b="1" dirty="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09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9B861"/>
          </a:solidFill>
          <a:ln>
            <a:solidFill>
              <a:srgbClr val="19B8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1">
              <a:ln>
                <a:solidFill>
                  <a:srgbClr val="6C1D45"/>
                </a:solidFill>
              </a:ln>
              <a:latin typeface="Arial Nova Cond" panose="020B0506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F1FEB20-DAC6-4E35-8CCF-AE3BF468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3200" y="6498000"/>
            <a:ext cx="360000" cy="360000"/>
          </a:xfrm>
        </p:spPr>
        <p:txBody>
          <a:bodyPr/>
          <a:lstStyle/>
          <a:p>
            <a:fld id="{69D9A5A7-595A-4E8A-A283-8187B910BECD}" type="slidenum">
              <a:rPr lang="es-MX" b="1" smtClean="0">
                <a:solidFill>
                  <a:schemeClr val="bg1"/>
                </a:solidFill>
                <a:latin typeface="Arial Nova Cond" panose="020B0506020202020204" pitchFamily="34" charset="0"/>
              </a:rPr>
              <a:t>3</a:t>
            </a:fld>
            <a:endParaRPr lang="es-MX" b="1" dirty="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0" y="540000"/>
            <a:ext cx="12192000" cy="72000"/>
          </a:xfrm>
          <a:prstGeom prst="rect">
            <a:avLst/>
          </a:prstGeom>
          <a:solidFill>
            <a:srgbClr val="19B861"/>
          </a:solidFill>
          <a:ln>
            <a:solidFill>
              <a:srgbClr val="19B8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ln>
                <a:solidFill>
                  <a:srgbClr val="7A0000"/>
                </a:solidFill>
              </a:ln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5E29A18-6611-4F01-A797-5C2D5B1303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" y="36000"/>
            <a:ext cx="315900" cy="46800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600" y="36000"/>
            <a:ext cx="525601" cy="468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BBEA131-0813-A7E0-3DB5-AD5056C019AE}"/>
              </a:ext>
            </a:extLst>
          </p:cNvPr>
          <p:cNvSpPr txBox="1"/>
          <p:nvPr/>
        </p:nvSpPr>
        <p:spPr>
          <a:xfrm>
            <a:off x="0" y="720000"/>
            <a:ext cx="36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7"/>
              </a:spcAft>
            </a:pPr>
            <a:r>
              <a:rPr lang="es-MX" sz="2800" dirty="0" smtClean="0">
                <a:solidFill>
                  <a:srgbClr val="00B050"/>
                </a:solidFill>
                <a:latin typeface="Artifakt Element Hair" panose="020B0203050000020004" pitchFamily="34" charset="0"/>
                <a:ea typeface="Artifakt Element Hair" panose="020B0203050000020004" pitchFamily="34" charset="0"/>
                <a:cs typeface="Arial" panose="020B0604020202020204" pitchFamily="34" charset="0"/>
              </a:rPr>
              <a:t>Títulos</a:t>
            </a:r>
            <a:endParaRPr lang="es-MX" sz="2800" dirty="0">
              <a:solidFill>
                <a:srgbClr val="00B050"/>
              </a:solidFill>
              <a:latin typeface="Artifakt Element Hair" panose="020B0203050000020004" pitchFamily="34" charset="0"/>
              <a:ea typeface="Artifakt Element Hair" panose="020B02030500000200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BBEA131-0813-A7E0-3DB5-AD5056C019AE}"/>
              </a:ext>
            </a:extLst>
          </p:cNvPr>
          <p:cNvSpPr txBox="1"/>
          <p:nvPr/>
        </p:nvSpPr>
        <p:spPr>
          <a:xfrm>
            <a:off x="540000" y="1368000"/>
            <a:ext cx="1111320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7"/>
              </a:spcAft>
            </a:pPr>
            <a:r>
              <a:rPr lang="es-MX" sz="2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Subtítulos</a:t>
            </a:r>
            <a:endParaRPr lang="es-MX" sz="2000" b="1" dirty="0" smtClean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7"/>
              </a:spcAft>
              <a:buFont typeface="Arial" panose="020B0604020202020204" pitchFamily="34" charset="0"/>
              <a:buChar char="•"/>
            </a:pPr>
            <a:r>
              <a:rPr lang="es-MX" sz="2000" dirty="0" smtClean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Letras </a:t>
            </a:r>
            <a:endParaRPr lang="es-MX" sz="2000" dirty="0" smtClean="0"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7"/>
              </a:spcAft>
              <a:buFont typeface="Arial" panose="020B0604020202020204" pitchFamily="34" charset="0"/>
              <a:buChar char="•"/>
            </a:pPr>
            <a:endParaRPr lang="es-MX" sz="2000" dirty="0" smtClean="0"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algn="just">
              <a:spcAft>
                <a:spcPts val="127"/>
              </a:spcAft>
            </a:pPr>
            <a:r>
              <a:rPr lang="es-MX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Subtítulos</a:t>
            </a:r>
            <a:r>
              <a:rPr lang="es-MX" sz="2000" b="1" dirty="0">
                <a:solidFill>
                  <a:schemeClr val="accent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endParaRPr lang="es-MX" sz="2000" b="1" dirty="0" smtClean="0">
              <a:solidFill>
                <a:schemeClr val="accent1"/>
              </a:solidFill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7"/>
              </a:spcAft>
              <a:buFont typeface="Arial" panose="020B0604020202020204" pitchFamily="34" charset="0"/>
              <a:buChar char="•"/>
            </a:pPr>
            <a:r>
              <a:rPr lang="es-MX" sz="20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Letras</a:t>
            </a:r>
            <a:endParaRPr lang="es-MX" sz="2000" dirty="0"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4B86219C-01A9-4F0B-9C36-50A0AC50A1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32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 smtClean="0">
                <a:solidFill>
                  <a:srgbClr val="19B861"/>
                </a:solidFill>
                <a:latin typeface="Arial Black" panose="020B0A04020102020204" pitchFamily="34" charset="0"/>
              </a:rPr>
              <a:t>Sección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4B86219C-01A9-4F0B-9C36-50A0AC50A1CD}"/>
              </a:ext>
            </a:extLst>
          </p:cNvPr>
          <p:cNvSpPr txBox="1">
            <a:spLocks/>
          </p:cNvSpPr>
          <p:nvPr/>
        </p:nvSpPr>
        <p:spPr>
          <a:xfrm>
            <a:off x="232638" y="6498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200" b="1" dirty="0" smtClean="0">
                <a:solidFill>
                  <a:schemeClr val="bg1"/>
                </a:solidFill>
                <a:latin typeface="Arial Nova Cond" panose="020B0506020202020204" pitchFamily="34" charset="0"/>
              </a:rPr>
              <a:t>ID artículo</a:t>
            </a:r>
            <a:endParaRPr lang="es-MX" sz="1200" b="1" dirty="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3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19B861"/>
          </a:solidFill>
          <a:ln>
            <a:solidFill>
              <a:srgbClr val="19B8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1">
              <a:ln>
                <a:solidFill>
                  <a:srgbClr val="6C1D45"/>
                </a:solidFill>
              </a:ln>
              <a:latin typeface="Arial Nova Cond" panose="020B0506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F1FEB20-DAC6-4E35-8CCF-AE3BF468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3200" y="6498000"/>
            <a:ext cx="360000" cy="360000"/>
          </a:xfrm>
        </p:spPr>
        <p:txBody>
          <a:bodyPr/>
          <a:lstStyle/>
          <a:p>
            <a:fld id="{69D9A5A7-595A-4E8A-A283-8187B910BECD}" type="slidenum">
              <a:rPr lang="es-MX" b="1" smtClean="0">
                <a:solidFill>
                  <a:schemeClr val="bg1"/>
                </a:solidFill>
                <a:latin typeface="Arial Nova Cond" panose="020B0506020202020204" pitchFamily="34" charset="0"/>
              </a:rPr>
              <a:t>4</a:t>
            </a:fld>
            <a:endParaRPr lang="es-MX" b="1" dirty="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BBEA131-0813-A7E0-3DB5-AD5056C019AE}"/>
              </a:ext>
            </a:extLst>
          </p:cNvPr>
          <p:cNvSpPr txBox="1"/>
          <p:nvPr/>
        </p:nvSpPr>
        <p:spPr>
          <a:xfrm>
            <a:off x="539400" y="3013170"/>
            <a:ext cx="11113200" cy="1797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7"/>
              </a:spcAft>
            </a:pPr>
            <a:r>
              <a:rPr lang="es-MX" sz="9600" b="1" dirty="0" smtClean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GRACIAS</a:t>
            </a:r>
          </a:p>
          <a:p>
            <a:pPr algn="ctr">
              <a:spcAft>
                <a:spcPts val="127"/>
              </a:spcAft>
            </a:pPr>
            <a:r>
              <a:rPr lang="es-MX" sz="1400" b="1" dirty="0" smtClean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Datos de contacto de los autores (correos)</a:t>
            </a:r>
            <a:endParaRPr lang="es-MX" sz="1400" b="1" dirty="0">
              <a:solidFill>
                <a:schemeClr val="bg1"/>
              </a:solidFill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200" y="108000"/>
            <a:ext cx="900000" cy="80136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5E29A18-6611-4F01-A797-5C2D5B1303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08000"/>
            <a:ext cx="648000" cy="959999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4B86219C-01A9-4F0B-9C36-50A0AC50A1CD}"/>
              </a:ext>
            </a:extLst>
          </p:cNvPr>
          <p:cNvSpPr txBox="1">
            <a:spLocks/>
          </p:cNvSpPr>
          <p:nvPr/>
        </p:nvSpPr>
        <p:spPr>
          <a:xfrm>
            <a:off x="232638" y="6498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200" b="1" dirty="0" smtClean="0">
                <a:solidFill>
                  <a:schemeClr val="bg1"/>
                </a:solidFill>
                <a:latin typeface="Arial Nova Cond" panose="020B0506020202020204" pitchFamily="34" charset="0"/>
              </a:rPr>
              <a:t>ID artículo</a:t>
            </a:r>
            <a:endParaRPr lang="es-MX" sz="1200" b="1" dirty="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90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A3875DC86612F438724BC4AFFFE500F" ma:contentTypeVersion="3" ma:contentTypeDescription="Crear nuevo documento." ma:contentTypeScope="" ma:versionID="788154d39ace64f75443cd5b9890a600">
  <xsd:schema xmlns:xsd="http://www.w3.org/2001/XMLSchema" xmlns:xs="http://www.w3.org/2001/XMLSchema" xmlns:p="http://schemas.microsoft.com/office/2006/metadata/properties" xmlns:ns2="44468039-dd58-4d3b-b357-060007fdd6a6" targetNamespace="http://schemas.microsoft.com/office/2006/metadata/properties" ma:root="true" ma:fieldsID="b06932bddad25fb1462efa742c44e197" ns2:_="">
    <xsd:import namespace="44468039-dd58-4d3b-b357-060007fdd6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68039-dd58-4d3b-b357-060007fdd6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21E485-B505-461E-90AB-49C25235F753}">
  <ds:schemaRefs>
    <ds:schemaRef ds:uri="44468039-dd58-4d3b-b357-060007fdd6a6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F987CEF-D344-4E41-9AAE-D792543BEF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834669-692C-4D6B-A20C-B4C863FF42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68039-dd58-4d3b-b357-060007fdd6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11936</TotalTime>
  <Words>52</Words>
  <Application>Microsoft Office PowerPoint</Application>
  <PresentationFormat>Panorámica</PresentationFormat>
  <Paragraphs>30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3" baseType="lpstr">
      <vt:lpstr>Arial Nova Cond</vt:lpstr>
      <vt:lpstr>MS Mincho</vt:lpstr>
      <vt:lpstr>Arial</vt:lpstr>
      <vt:lpstr>Arial Black</vt:lpstr>
      <vt:lpstr>Artifakt Element Hair</vt:lpstr>
      <vt:lpstr>Calibri</vt:lpstr>
      <vt:lpstr>Calibri Light</vt:lpstr>
      <vt:lpstr>Century Gothic</vt:lpstr>
      <vt:lpstr>Tema de Office</vt:lpstr>
      <vt:lpstr>XXIV CONGRESO NACIONAL DE INGENIERÍA ELECTROMECÁNICA Y DE SISTEMAS</vt:lpstr>
      <vt:lpstr>Contenido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Ley de Gauss</dc:title>
  <dc:creator>Alejandro Trejo</dc:creator>
  <cp:lastModifiedBy>Alejandro Trejo Leon</cp:lastModifiedBy>
  <cp:revision>565</cp:revision>
  <dcterms:created xsi:type="dcterms:W3CDTF">2020-10-18T22:36:32Z</dcterms:created>
  <dcterms:modified xsi:type="dcterms:W3CDTF">2026-10-15T18:12:02Z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0x0101002A3875DC86612F438724BC4AFFFE500F</vt:lpwstr>
  </property>
</Properties>
</file>